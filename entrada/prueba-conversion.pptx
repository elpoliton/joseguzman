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del orador de la portada.</a:t>
            </a:r>
          </a:p>
          <a:p>
            <a:r>
              <a:t>Segunda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Pulsa para ver el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Prueba de conversión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Ponencia de ejemplo con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oculta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video</a:t>
            </a:r>
          </a:p>
        </p:txBody>
      </p:sp>
      <p:pic>
        <p:nvPicPr>
          <p:cNvPr id="3" name="exp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14800" y="1463040"/>
            <a:ext cx="2926080" cy="512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